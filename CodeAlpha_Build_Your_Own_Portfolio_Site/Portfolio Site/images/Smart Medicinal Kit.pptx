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90D4D-9993-FC18-CE54-E239BA21B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3AC685-8C92-3715-822C-C49873037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57542-C5ED-5B39-CE4B-7DE2EA92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E92A6-DE7D-9113-CA63-D67E3D10A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B8354-2F14-DD0B-0770-653F8B9D7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48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85BA1-492B-DB4C-5C50-221FD4DCC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F0DDD-2A11-ABFE-1D44-779DA45E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B32CD-399A-EF1B-59F5-ABE4D6063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383F8-31A7-3747-C890-EBC10752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237EE-A335-447C-723A-FDBF025EF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56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520E-D656-8AAE-44AA-DD3676A9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3F42B-D3DB-1652-BF62-98DEEC9BA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B35A8-52A4-E347-20FF-AD66DE35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4DFCF-CCCB-D9F9-A785-8B9240F6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1122-BEAD-8102-BE26-C5E1C03C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65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A121A-F780-3D5D-2527-034D7D3F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4F6C1-2EAD-C8BA-3C16-6A176DE06A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CE22F-5EAB-8977-0096-CCD58D830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0BEE3-FFEC-85F7-08A3-001AA4F5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3543B-F208-9D91-80E2-77F83CFB6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B9EA4-75FC-5D4C-208A-D1CD92C78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580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2E27B-CB98-1DEA-6FB1-D3954821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D9480-C4DC-402F-072A-02255BEAE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3B9FD-56EC-A94B-B2E5-10FFA7417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84715-ED1C-1D12-D1B4-41609958DF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8543E3-B271-4258-DFEC-FD68A6DBAE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0DB58-C6CB-3613-6784-CA9A52623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7B9B02-3E65-0144-FCA1-B2F5B2EB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F50A54-CF49-E9C3-0B54-E427DF82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515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57D5F-53C9-2206-6F9A-5CDE558D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3D29F-D5F8-A355-08C9-C6230AD24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940FB-A5DF-808B-B025-7D67DD98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84FCF-2053-95EA-E413-CB28023C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6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67854-1F39-643B-BAB4-8A9C9562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05EC5-17B7-FC4F-333E-6051E867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3B1D5-ABED-E76A-269C-E69B737B4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29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AE30-69BE-E3DF-0433-8543D2925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65387-7BF7-915F-0EF6-055CBB7D7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EB01-ED04-470E-26F4-8A25CEB55A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2E6EF-883E-1E85-F969-7FBFD4178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BEEEC-AC7E-8371-EA0A-773650EA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3FD09-7D65-B6E2-72E7-F50F9866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23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3C2AF-9C5B-9AC6-882C-CCB3884A7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C8A54-5B7A-68A6-302F-F02C5EE08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5679D-93C8-A300-59D8-9AD2A15F0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2AA3A-8E0E-1163-5A6D-1C08AE37B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1B4DDA-5C80-8095-64C7-6E3FCD6C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17D19-A271-2EF8-4DE2-863C4A07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459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A19DA-4580-74AA-37D6-E9518E5DB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6A1E8-286A-3E6D-40E8-11E55CFA9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49A36-FD95-D0CF-C29D-E62470E0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C4B5-AF8C-F503-9C9F-406BA858B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B572D-202F-4D56-8115-B5580A4D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29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29D1CF-2D9E-59FE-2707-E894A1514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F68DD-2C58-0C74-17B1-02251410B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8907B-E12E-691F-6BBE-E8A3C321B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F8194-3A64-C301-5782-4C012CBD4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30ACA-13D9-F4C4-E808-AB73EFC4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113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5CAD0-1AC9-DC77-1720-AC0E3290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FED28-930B-DA73-56A7-3DE0A704E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F59F8-860E-EBB7-FBC4-0C1CF986E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32A42-8B81-4B63-B7B8-4571DDA3F1A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F6EB-1DD6-96D4-9375-62CE3C7C68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DF262-6B15-E010-D04B-3CD5ED14C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FE0B-3F59-438B-A945-BF15A8551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85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5B314-6C47-7273-B54A-E17515252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4834" y="1485900"/>
            <a:ext cx="5829300" cy="3886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44B61F-5609-1919-A62E-9897C51E2BC1}"/>
              </a:ext>
            </a:extLst>
          </p:cNvPr>
          <p:cNvSpPr txBox="1"/>
          <p:nvPr/>
        </p:nvSpPr>
        <p:spPr>
          <a:xfrm>
            <a:off x="1115869" y="1088572"/>
            <a:ext cx="3267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err="1">
                <a:solidFill>
                  <a:schemeClr val="accent1">
                    <a:lumMod val="50000"/>
                  </a:schemeClr>
                </a:solidFill>
              </a:rPr>
              <a:t>MyDose</a:t>
            </a:r>
            <a:endParaRPr lang="en-IN" sz="720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1F9717-736D-3D4F-A979-3DFF29EB6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110" y="1258159"/>
            <a:ext cx="1132304" cy="103074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6509BB-EC58-177F-1968-C0186E59E78B}"/>
              </a:ext>
            </a:extLst>
          </p:cNvPr>
          <p:cNvSpPr txBox="1"/>
          <p:nvPr/>
        </p:nvSpPr>
        <p:spPr>
          <a:xfrm>
            <a:off x="1224490" y="2319679"/>
            <a:ext cx="5058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Smart Medicinal Web System</a:t>
            </a:r>
            <a:endParaRPr lang="en-IN" sz="3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74403B-6ABE-C2E5-35AC-E2064B23FD68}"/>
              </a:ext>
            </a:extLst>
          </p:cNvPr>
          <p:cNvSpPr txBox="1"/>
          <p:nvPr/>
        </p:nvSpPr>
        <p:spPr>
          <a:xfrm>
            <a:off x="789910" y="4569100"/>
            <a:ext cx="100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Made by</a:t>
            </a:r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A36634-95C0-5EDA-1A0F-4C84BD34D944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576943" y="4753766"/>
            <a:ext cx="2129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36509A-648B-950C-2FBE-2DF792CD29DE}"/>
              </a:ext>
            </a:extLst>
          </p:cNvPr>
          <p:cNvSpPr txBox="1"/>
          <p:nvPr/>
        </p:nvSpPr>
        <p:spPr>
          <a:xfrm>
            <a:off x="576943" y="4938432"/>
            <a:ext cx="1997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Priyanka Chaurasia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Priyasha Dutta</a:t>
            </a:r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322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E780BE-317A-46B6-03E4-925B194C2B14}"/>
              </a:ext>
            </a:extLst>
          </p:cNvPr>
          <p:cNvSpPr txBox="1"/>
          <p:nvPr/>
        </p:nvSpPr>
        <p:spPr>
          <a:xfrm>
            <a:off x="4778829" y="119743"/>
            <a:ext cx="2160000" cy="707886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sz="4000">
                <a:latin typeface="Berlin Sans FB" panose="020E0602020502020306" pitchFamily="34" charset="0"/>
              </a:rPr>
              <a:t>Idea Title</a:t>
            </a:r>
            <a:endParaRPr lang="en-IN" sz="4000">
              <a:latin typeface="Berlin Sans FB" panose="020E0602020502020306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FC9A4B-4E26-FB25-EF23-53B31D3B1CD7}"/>
              </a:ext>
            </a:extLst>
          </p:cNvPr>
          <p:cNvSpPr txBox="1"/>
          <p:nvPr/>
        </p:nvSpPr>
        <p:spPr>
          <a:xfrm flipH="1">
            <a:off x="851261" y="1142999"/>
            <a:ext cx="3372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u="sng">
                <a:latin typeface="Aptos Display" panose="020B0004020202020204" pitchFamily="34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35801F-F8BC-60BE-F4D1-88023D74B9E7}"/>
              </a:ext>
            </a:extLst>
          </p:cNvPr>
          <p:cNvSpPr txBox="1"/>
          <p:nvPr/>
        </p:nvSpPr>
        <p:spPr>
          <a:xfrm>
            <a:off x="1313407" y="1761177"/>
            <a:ext cx="10005560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Medication non-adherence is a major healthcare issue, especially among elderly and chronic patients.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Patients often forget medicines due to complex schedules.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Lack of monitoring leads to missed doses and health complications.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Rural areas have limited caregiver and healthcare supervision .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12EC22-104A-21B4-0482-541BEB56D150}"/>
              </a:ext>
            </a:extLst>
          </p:cNvPr>
          <p:cNvSpPr txBox="1"/>
          <p:nvPr/>
        </p:nvSpPr>
        <p:spPr>
          <a:xfrm>
            <a:off x="851261" y="3754510"/>
            <a:ext cx="3372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u="sng">
                <a:latin typeface="Arial" panose="020B0604020202020204" pitchFamily="34" charset="0"/>
                <a:cs typeface="Arial" panose="020B0604020202020204" pitchFamily="34" charset="0"/>
              </a:rPr>
              <a:t>Solution Proposed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9442B-3911-58D6-7D0A-17E804810315}"/>
              </a:ext>
            </a:extLst>
          </p:cNvPr>
          <p:cNvSpPr txBox="1"/>
          <p:nvPr/>
        </p:nvSpPr>
        <p:spPr>
          <a:xfrm>
            <a:off x="1313407" y="4406091"/>
            <a:ext cx="5876417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 web-based medicine management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Users can add medicine schedules and receive reminders.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Tracks adherence and generates health reports.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Enables caregiver monitoring through dashboard access.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346B10-E1D3-E361-157F-67ED410CB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025" y="2422655"/>
            <a:ext cx="47529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90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BAE7F-A6D2-4398-AE39-B2BD804D3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AC72A9-6251-0142-5536-406C91A1754E}"/>
              </a:ext>
            </a:extLst>
          </p:cNvPr>
          <p:cNvSpPr txBox="1"/>
          <p:nvPr/>
        </p:nvSpPr>
        <p:spPr>
          <a:xfrm>
            <a:off x="3907971" y="97971"/>
            <a:ext cx="4006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/>
              <a:t>Technical Approach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B86EA-0825-F0B4-982C-EA685117977C}"/>
              </a:ext>
            </a:extLst>
          </p:cNvPr>
          <p:cNvSpPr txBox="1"/>
          <p:nvPr/>
        </p:nvSpPr>
        <p:spPr>
          <a:xfrm>
            <a:off x="794658" y="1143000"/>
            <a:ext cx="2651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en-IN" sz="2400" b="1" u="sng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u="sng"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218741-0B79-EC4C-F08B-C1488E78F871}"/>
              </a:ext>
            </a:extLst>
          </p:cNvPr>
          <p:cNvSpPr txBox="1"/>
          <p:nvPr/>
        </p:nvSpPr>
        <p:spPr>
          <a:xfrm>
            <a:off x="1263226" y="1720081"/>
            <a:ext cx="4539512" cy="2126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Frontend: HTML, CSS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Backend: Python (Flask Framework)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Database: SQLite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IDE: Visual Studio Code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/>
              <a:t>Platform: Web Application (Browser-based)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BD71E-A898-5689-1975-7C44CBC08C80}"/>
              </a:ext>
            </a:extLst>
          </p:cNvPr>
          <p:cNvSpPr txBox="1"/>
          <p:nvPr/>
        </p:nvSpPr>
        <p:spPr>
          <a:xfrm>
            <a:off x="794658" y="3962361"/>
            <a:ext cx="177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u="sng"/>
              <a:t>Key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C0DAB-C5DD-53C9-EDBA-209A3C6BE2B8}"/>
              </a:ext>
            </a:extLst>
          </p:cNvPr>
          <p:cNvSpPr txBox="1"/>
          <p:nvPr/>
        </p:nvSpPr>
        <p:spPr>
          <a:xfrm>
            <a:off x="1263226" y="4591892"/>
            <a:ext cx="3414524" cy="17113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Medicine scheduling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Reminder alerts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Dose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Adherence analytics dashboard</a:t>
            </a:r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1228DE-2D65-B20F-16C1-B32FECFAF19A}"/>
              </a:ext>
            </a:extLst>
          </p:cNvPr>
          <p:cNvSpPr/>
          <p:nvPr/>
        </p:nvSpPr>
        <p:spPr>
          <a:xfrm>
            <a:off x="7514252" y="1023258"/>
            <a:ext cx="3500262" cy="50400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>
              <a:latin typeface="Arial Black" panose="020B0A04020102020204" pitchFamily="34" charset="0"/>
            </a:endParaRPr>
          </a:p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674D8F-7A72-3377-B993-F2587E97FC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96444" l="9778" r="89778">
                        <a14:foregroundMark x1="57333" y1="96444" x2="36444" y2="93778"/>
                        <a14:foregroundMark x1="36444" y1="70667" x2="64444" y2="79111"/>
                        <a14:foregroundMark x1="64444" y1="79111" x2="53778" y2="56889"/>
                        <a14:foregroundMark x1="53778" y1="56889" x2="34222" y2="38667"/>
                        <a14:foregroundMark x1="34222" y1="38667" x2="32889" y2="38222"/>
                        <a14:foregroundMark x1="46667" y1="37778" x2="67111" y2="52889"/>
                        <a14:foregroundMark x1="67111" y1="52889" x2="66667" y2="72000"/>
                        <a14:foregroundMark x1="67111" y1="51111" x2="54222" y2="38222"/>
                        <a14:foregroundMark x1="68000" y1="44000" x2="59111" y2="39111"/>
                        <a14:foregroundMark x1="48889" y1="59111" x2="34222" y2="58222"/>
                        <a14:foregroundMark x1="56000" y1="80889" x2="36000" y2="70667"/>
                        <a14:foregroundMark x1="36000" y1="70667" x2="36000" y2="6755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266" y="1441864"/>
            <a:ext cx="1171364" cy="12386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7E9C3E-2CF0-3F1E-90D9-77781DAE732E}"/>
              </a:ext>
            </a:extLst>
          </p:cNvPr>
          <p:cNvSpPr txBox="1"/>
          <p:nvPr/>
        </p:nvSpPr>
        <p:spPr>
          <a:xfrm>
            <a:off x="7963026" y="1118698"/>
            <a:ext cx="921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err="1"/>
              <a:t>css</a:t>
            </a:r>
            <a:endParaRPr lang="en-IN" sz="3600" b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88F1F6F-9AC1-BB9F-C2EE-55C785E8B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130" y="1291540"/>
            <a:ext cx="1653434" cy="14253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F9F3F18-A6B0-19EB-7529-0D0DC1752D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026" y="2866153"/>
            <a:ext cx="1038629" cy="103862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5640769-165F-F68C-E356-21693799F468}"/>
              </a:ext>
            </a:extLst>
          </p:cNvPr>
          <p:cNvSpPr txBox="1"/>
          <p:nvPr/>
        </p:nvSpPr>
        <p:spPr>
          <a:xfrm>
            <a:off x="6836229" y="1373832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800" b="1">
              <a:latin typeface="Arial Black" panose="020B0A040201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2B0B88-366C-83CD-0710-C12AFE4C14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3976" y="2809654"/>
            <a:ext cx="1238692" cy="12386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8EC234C-E532-45FF-100B-681C946B53C6}"/>
              </a:ext>
            </a:extLst>
          </p:cNvPr>
          <p:cNvSpPr txBox="1"/>
          <p:nvPr/>
        </p:nvSpPr>
        <p:spPr>
          <a:xfrm>
            <a:off x="7914068" y="3781679"/>
            <a:ext cx="1801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Python</a:t>
            </a:r>
            <a:endParaRPr lang="en-IN" sz="28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F37907A-5E2C-472A-7366-0AE799D1D4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221" y="4374053"/>
            <a:ext cx="1489508" cy="148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577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23ED8-DF56-B717-5CFB-30F579BED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0004FC-7E5D-8727-3D04-8E1763A6A290}"/>
              </a:ext>
            </a:extLst>
          </p:cNvPr>
          <p:cNvSpPr txBox="1"/>
          <p:nvPr/>
        </p:nvSpPr>
        <p:spPr>
          <a:xfrm>
            <a:off x="4572000" y="206829"/>
            <a:ext cx="29656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/>
              <a:t>Technical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36CC9-BD60-B140-B15B-CDD34D2CB56D}"/>
              </a:ext>
            </a:extLst>
          </p:cNvPr>
          <p:cNvSpPr txBox="1"/>
          <p:nvPr/>
        </p:nvSpPr>
        <p:spPr>
          <a:xfrm>
            <a:off x="914400" y="1132114"/>
            <a:ext cx="1995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u="sng"/>
              <a:t>System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852C3-EF24-BD04-A44A-B7384512240F}"/>
              </a:ext>
            </a:extLst>
          </p:cNvPr>
          <p:cNvSpPr txBox="1"/>
          <p:nvPr/>
        </p:nvSpPr>
        <p:spPr>
          <a:xfrm flipH="1">
            <a:off x="1254033" y="1865921"/>
            <a:ext cx="556042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/>
              <a:t>User logs into system.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Adds medicine details (name, dosage, time).</a:t>
            </a:r>
            <a:endParaRPr lang="en-IN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/>
              <a:t>Data stored in database.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Reminder triggers at scheduled time.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/>
              <a:t>User marks dose as taken or missed.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/>
              <a:t>Dashboard updates adherence report.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0B2448-B21C-AF72-7010-7158079F4DCA}"/>
              </a:ext>
            </a:extLst>
          </p:cNvPr>
          <p:cNvSpPr/>
          <p:nvPr/>
        </p:nvSpPr>
        <p:spPr>
          <a:xfrm>
            <a:off x="7183612" y="957943"/>
            <a:ext cx="3358452" cy="521153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D03335-E909-6654-E783-0248A17D97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612" y="764721"/>
            <a:ext cx="3423557" cy="5135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55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9919E-E9D5-4264-C31A-F16AEF470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748C9-3C6C-68E2-8FC7-4D335AD1CC23}"/>
              </a:ext>
            </a:extLst>
          </p:cNvPr>
          <p:cNvSpPr txBox="1"/>
          <p:nvPr/>
        </p:nvSpPr>
        <p:spPr>
          <a:xfrm>
            <a:off x="3657021" y="329372"/>
            <a:ext cx="4231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/>
              <a:t>Feasibility &amp; Viability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44E2EC-7FBC-72AE-8344-F0A4B80F2ED6}"/>
              </a:ext>
            </a:extLst>
          </p:cNvPr>
          <p:cNvSpPr/>
          <p:nvPr/>
        </p:nvSpPr>
        <p:spPr>
          <a:xfrm>
            <a:off x="674915" y="1600197"/>
            <a:ext cx="3352800" cy="4615543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 Built using lightweight</a:t>
            </a:r>
          </a:p>
          <a:p>
            <a:pPr>
              <a:lnSpc>
                <a:spcPct val="150000"/>
              </a:lnSpc>
            </a:pPr>
            <a:r>
              <a:rPr lang="en-US"/>
              <a:t>        Flask framework.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 Runs on low-spec devices.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No expensive hardware           required.</a:t>
            </a:r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410389-52BF-8D82-88F7-AEB79B4EF4E2}"/>
              </a:ext>
            </a:extLst>
          </p:cNvPr>
          <p:cNvSpPr/>
          <p:nvPr/>
        </p:nvSpPr>
        <p:spPr>
          <a:xfrm>
            <a:off x="4536149" y="1556647"/>
            <a:ext cx="3352800" cy="4615543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Easy-to-use interface.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 Accessible through mobile or desktop browser.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Suitable for elderly and caregivers.</a:t>
            </a:r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FF2E44-C237-CB1D-6189-7EC7B17205DB}"/>
              </a:ext>
            </a:extLst>
          </p:cNvPr>
          <p:cNvSpPr/>
          <p:nvPr/>
        </p:nvSpPr>
        <p:spPr>
          <a:xfrm>
            <a:off x="8397383" y="1556648"/>
            <a:ext cx="3352800" cy="4615543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Open-source technologies used.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Low development and deployment cost 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/>
              <a:t>Scalable for hospitals and clinics.</a:t>
            </a:r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69E7E-2282-9106-1935-B27105C9FB70}"/>
              </a:ext>
            </a:extLst>
          </p:cNvPr>
          <p:cNvSpPr txBox="1"/>
          <p:nvPr/>
        </p:nvSpPr>
        <p:spPr>
          <a:xfrm>
            <a:off x="1207508" y="2072205"/>
            <a:ext cx="228761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/>
              <a:t>Technical Feasibility</a:t>
            </a:r>
          </a:p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23C44E-3664-EA48-741D-48762A43FE0F}"/>
              </a:ext>
            </a:extLst>
          </p:cNvPr>
          <p:cNvSpPr txBox="1"/>
          <p:nvPr/>
        </p:nvSpPr>
        <p:spPr>
          <a:xfrm>
            <a:off x="4923061" y="2072205"/>
            <a:ext cx="2578976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/>
              <a:t>Operational Feasibility</a:t>
            </a:r>
          </a:p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6E1F3-1254-6F8A-6954-073EB4BFE6FB}"/>
              </a:ext>
            </a:extLst>
          </p:cNvPr>
          <p:cNvSpPr txBox="1"/>
          <p:nvPr/>
        </p:nvSpPr>
        <p:spPr>
          <a:xfrm>
            <a:off x="8947000" y="2066335"/>
            <a:ext cx="22535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/>
              <a:t>Financial Feasibility</a:t>
            </a:r>
          </a:p>
        </p:txBody>
      </p:sp>
    </p:spTree>
    <p:extLst>
      <p:ext uri="{BB962C8B-B14F-4D97-AF65-F5344CB8AC3E}">
        <p14:creationId xmlns:p14="http://schemas.microsoft.com/office/powerpoint/2010/main" val="302518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70F69C-E77F-9C03-7261-2EA028428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93961E-FB23-16C9-049B-0CE5B109BE18}"/>
              </a:ext>
            </a:extLst>
          </p:cNvPr>
          <p:cNvSpPr txBox="1"/>
          <p:nvPr/>
        </p:nvSpPr>
        <p:spPr>
          <a:xfrm>
            <a:off x="3918858" y="239486"/>
            <a:ext cx="3619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/>
              <a:t>Impact &amp; Benefits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4B09D1-A18F-9F21-A1ED-164CA35FD083}"/>
              </a:ext>
            </a:extLst>
          </p:cNvPr>
          <p:cNvSpPr/>
          <p:nvPr/>
        </p:nvSpPr>
        <p:spPr>
          <a:xfrm>
            <a:off x="1453243" y="1262744"/>
            <a:ext cx="3935186" cy="453934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Improves medicine-taking habits.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Reduces health risks and missed doses.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Supports elderly and rural patients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Promotes digital healthcare awareness</a:t>
            </a:r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47713D-1254-1E47-97D0-E6C52B82EABE}"/>
              </a:ext>
            </a:extLst>
          </p:cNvPr>
          <p:cNvSpPr/>
          <p:nvPr/>
        </p:nvSpPr>
        <p:spPr>
          <a:xfrm>
            <a:off x="6711044" y="1262743"/>
            <a:ext cx="3848099" cy="4539343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            </a:t>
            </a:r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860FF-E5A0-126D-E0D3-BE3DB0020CF8}"/>
              </a:ext>
            </a:extLst>
          </p:cNvPr>
          <p:cNvSpPr txBox="1"/>
          <p:nvPr/>
        </p:nvSpPr>
        <p:spPr>
          <a:xfrm>
            <a:off x="2928257" y="1665514"/>
            <a:ext cx="1069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/>
              <a:t>Impact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1CB90-A1BE-26A8-3683-C42CD64AB578}"/>
              </a:ext>
            </a:extLst>
          </p:cNvPr>
          <p:cNvSpPr txBox="1"/>
          <p:nvPr/>
        </p:nvSpPr>
        <p:spPr>
          <a:xfrm>
            <a:off x="8077200" y="144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F39923-0861-D9C2-6F2D-6D744DB75A41}"/>
              </a:ext>
            </a:extLst>
          </p:cNvPr>
          <p:cNvSpPr txBox="1"/>
          <p:nvPr/>
        </p:nvSpPr>
        <p:spPr>
          <a:xfrm>
            <a:off x="8077200" y="1621580"/>
            <a:ext cx="12355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u="sng"/>
              <a:t>Benefits</a:t>
            </a:r>
            <a:endParaRPr lang="en-IN" sz="2400" u="sn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22AC7E-B2E2-AF45-6A72-C157C1C67B0D}"/>
              </a:ext>
            </a:extLst>
          </p:cNvPr>
          <p:cNvSpPr txBox="1"/>
          <p:nvPr/>
        </p:nvSpPr>
        <p:spPr>
          <a:xfrm>
            <a:off x="7126827" y="2460171"/>
            <a:ext cx="34323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Easy medicine schedule management.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Caregiver can monitor remotely.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Low-cost and easy to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Saves time and healthcare expenses.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144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FFF832-B049-8095-0708-FB91AE4E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2C778CE-FB19-FBFC-B1DD-711F3CE481C4}"/>
              </a:ext>
            </a:extLst>
          </p:cNvPr>
          <p:cNvSpPr txBox="1"/>
          <p:nvPr/>
        </p:nvSpPr>
        <p:spPr>
          <a:xfrm>
            <a:off x="8077200" y="1447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EFF9E-25C9-6852-AB30-7F116B397AB4}"/>
              </a:ext>
            </a:extLst>
          </p:cNvPr>
          <p:cNvSpPr txBox="1"/>
          <p:nvPr/>
        </p:nvSpPr>
        <p:spPr>
          <a:xfrm>
            <a:off x="2427514" y="2241675"/>
            <a:ext cx="68852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800">
                <a:latin typeface="Algerian" panose="04020705040A02060702" pitchFamily="82" charset="0"/>
              </a:rPr>
              <a:t>THANK YOU !</a:t>
            </a:r>
            <a:endParaRPr lang="en-IN" sz="880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309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290</Words>
  <Application>Microsoft Office PowerPoint</Application>
  <PresentationFormat>Widescreen</PresentationFormat>
  <Paragraphs>66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Algerian</vt:lpstr>
      <vt:lpstr>Aptos Display</vt:lpstr>
      <vt:lpstr>Arial</vt:lpstr>
      <vt:lpstr>Arial Black</vt:lpstr>
      <vt:lpstr>Berlin Sans FB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rajendra chaurasia</dc:creator>
  <cp:lastModifiedBy>rajendra chaurasia</cp:lastModifiedBy>
  <cp:revision>3</cp:revision>
  <dcterms:created xsi:type="dcterms:W3CDTF">2026-03-03T05:17:48Z</dcterms:created>
  <dcterms:modified xsi:type="dcterms:W3CDTF">2026-03-03T07:15:34Z</dcterms:modified>
</cp:coreProperties>
</file>